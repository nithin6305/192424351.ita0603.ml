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5" r:id="rId4"/>
    <p:sldId id="277" r:id="rId5"/>
    <p:sldId id="27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653" autoAdjust="0"/>
    <p:restoredTop sz="94660"/>
  </p:normalViewPr>
  <p:slideViewPr>
    <p:cSldViewPr snapToGrid="0">
      <p:cViewPr varScale="1">
        <p:scale>
          <a:sx n="70" d="100"/>
          <a:sy n="70" d="100"/>
        </p:scale>
        <p:origin x="128" y="4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2A21B-9BE1-49EA-BA32-0056092818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8989F22-778F-4D73-BAFA-6585BBCE9C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8C98A6-79B9-417F-B155-10843E1E19A3}"/>
              </a:ext>
            </a:extLst>
          </p:cNvPr>
          <p:cNvSpPr>
            <a:spLocks noGrp="1"/>
          </p:cNvSpPr>
          <p:nvPr>
            <p:ph type="dt" sz="half" idx="10"/>
          </p:nvPr>
        </p:nvSpPr>
        <p:spPr/>
        <p:txBody>
          <a:bodyPr/>
          <a:lstStyle/>
          <a:p>
            <a:fld id="{A51009BD-9AB8-4CBF-917B-4BB6A75D3F8C}" type="datetimeFigureOut">
              <a:rPr lang="en-IN" smtClean="0"/>
              <a:t>25-07-2026</a:t>
            </a:fld>
            <a:endParaRPr lang="en-IN"/>
          </a:p>
        </p:txBody>
      </p:sp>
      <p:sp>
        <p:nvSpPr>
          <p:cNvPr id="5" name="Footer Placeholder 4">
            <a:extLst>
              <a:ext uri="{FF2B5EF4-FFF2-40B4-BE49-F238E27FC236}">
                <a16:creationId xmlns:a16="http://schemas.microsoft.com/office/drawing/2014/main" id="{B836CC57-88D6-4903-A0AA-24AB991FE2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296F89-088F-471E-9CDE-08B4A9AE1CDA}"/>
              </a:ext>
            </a:extLst>
          </p:cNvPr>
          <p:cNvSpPr>
            <a:spLocks noGrp="1"/>
          </p:cNvSpPr>
          <p:nvPr>
            <p:ph type="sldNum" sz="quarter" idx="12"/>
          </p:nvPr>
        </p:nvSpPr>
        <p:spPr/>
        <p:txBody>
          <a:bodyPr/>
          <a:lstStyle/>
          <a:p>
            <a:fld id="{BB4E777B-70C0-4496-B058-6495145DF3BA}" type="slidenum">
              <a:rPr lang="en-IN" smtClean="0"/>
              <a:t>‹#›</a:t>
            </a:fld>
            <a:endParaRPr lang="en-IN"/>
          </a:p>
        </p:txBody>
      </p:sp>
    </p:spTree>
    <p:extLst>
      <p:ext uri="{BB962C8B-B14F-4D97-AF65-F5344CB8AC3E}">
        <p14:creationId xmlns:p14="http://schemas.microsoft.com/office/powerpoint/2010/main" val="1295863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325A3-4AE0-4B08-A713-E7782CC916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949697-FB74-4C1E-9B4A-F41E237C43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A44EAB-F023-42DB-8387-25EDB64E003B}"/>
              </a:ext>
            </a:extLst>
          </p:cNvPr>
          <p:cNvSpPr>
            <a:spLocks noGrp="1"/>
          </p:cNvSpPr>
          <p:nvPr>
            <p:ph type="dt" sz="half" idx="10"/>
          </p:nvPr>
        </p:nvSpPr>
        <p:spPr/>
        <p:txBody>
          <a:bodyPr/>
          <a:lstStyle/>
          <a:p>
            <a:fld id="{A51009BD-9AB8-4CBF-917B-4BB6A75D3F8C}" type="datetimeFigureOut">
              <a:rPr lang="en-IN" smtClean="0"/>
              <a:t>25-07-2026</a:t>
            </a:fld>
            <a:endParaRPr lang="en-IN"/>
          </a:p>
        </p:txBody>
      </p:sp>
      <p:sp>
        <p:nvSpPr>
          <p:cNvPr id="5" name="Footer Placeholder 4">
            <a:extLst>
              <a:ext uri="{FF2B5EF4-FFF2-40B4-BE49-F238E27FC236}">
                <a16:creationId xmlns:a16="http://schemas.microsoft.com/office/drawing/2014/main" id="{0F78065C-A1E8-4A8F-9D5A-DA036ABDB4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B391BC-7660-465C-8C9D-AB8008BA17B2}"/>
              </a:ext>
            </a:extLst>
          </p:cNvPr>
          <p:cNvSpPr>
            <a:spLocks noGrp="1"/>
          </p:cNvSpPr>
          <p:nvPr>
            <p:ph type="sldNum" sz="quarter" idx="12"/>
          </p:nvPr>
        </p:nvSpPr>
        <p:spPr/>
        <p:txBody>
          <a:bodyPr/>
          <a:lstStyle/>
          <a:p>
            <a:fld id="{BB4E777B-70C0-4496-B058-6495145DF3BA}" type="slidenum">
              <a:rPr lang="en-IN" smtClean="0"/>
              <a:t>‹#›</a:t>
            </a:fld>
            <a:endParaRPr lang="en-IN"/>
          </a:p>
        </p:txBody>
      </p:sp>
    </p:spTree>
    <p:extLst>
      <p:ext uri="{BB962C8B-B14F-4D97-AF65-F5344CB8AC3E}">
        <p14:creationId xmlns:p14="http://schemas.microsoft.com/office/powerpoint/2010/main" val="3667227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4C47D-2BF2-4C10-BC42-BFFE9FEB96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54240F-9DD5-4016-B209-8C84B6764D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A88427-5482-4386-ACBC-92D17FA7524D}"/>
              </a:ext>
            </a:extLst>
          </p:cNvPr>
          <p:cNvSpPr>
            <a:spLocks noGrp="1"/>
          </p:cNvSpPr>
          <p:nvPr>
            <p:ph type="dt" sz="half" idx="10"/>
          </p:nvPr>
        </p:nvSpPr>
        <p:spPr/>
        <p:txBody>
          <a:bodyPr/>
          <a:lstStyle/>
          <a:p>
            <a:fld id="{A51009BD-9AB8-4CBF-917B-4BB6A75D3F8C}" type="datetimeFigureOut">
              <a:rPr lang="en-IN" smtClean="0"/>
              <a:t>25-07-2026</a:t>
            </a:fld>
            <a:endParaRPr lang="en-IN"/>
          </a:p>
        </p:txBody>
      </p:sp>
      <p:sp>
        <p:nvSpPr>
          <p:cNvPr id="5" name="Footer Placeholder 4">
            <a:extLst>
              <a:ext uri="{FF2B5EF4-FFF2-40B4-BE49-F238E27FC236}">
                <a16:creationId xmlns:a16="http://schemas.microsoft.com/office/drawing/2014/main" id="{F0B636D7-F077-4032-A204-1238C61267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6A9D3E-6065-45C9-B9B4-36C89BFA34A5}"/>
              </a:ext>
            </a:extLst>
          </p:cNvPr>
          <p:cNvSpPr>
            <a:spLocks noGrp="1"/>
          </p:cNvSpPr>
          <p:nvPr>
            <p:ph type="sldNum" sz="quarter" idx="12"/>
          </p:nvPr>
        </p:nvSpPr>
        <p:spPr/>
        <p:txBody>
          <a:bodyPr/>
          <a:lstStyle/>
          <a:p>
            <a:fld id="{BB4E777B-70C0-4496-B058-6495145DF3BA}" type="slidenum">
              <a:rPr lang="en-IN" smtClean="0"/>
              <a:t>‹#›</a:t>
            </a:fld>
            <a:endParaRPr lang="en-IN"/>
          </a:p>
        </p:txBody>
      </p:sp>
    </p:spTree>
    <p:extLst>
      <p:ext uri="{BB962C8B-B14F-4D97-AF65-F5344CB8AC3E}">
        <p14:creationId xmlns:p14="http://schemas.microsoft.com/office/powerpoint/2010/main" val="2485831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9142B-C5AE-4588-81B8-780387B53E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F2A802-0B98-4551-905E-32AE3D8DAD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61546A-1A22-4038-80AE-8EB15D498C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A2D7C2-7D01-4259-9743-1A0AD434347A}"/>
              </a:ext>
            </a:extLst>
          </p:cNvPr>
          <p:cNvSpPr>
            <a:spLocks noGrp="1"/>
          </p:cNvSpPr>
          <p:nvPr>
            <p:ph type="dt" sz="half" idx="10"/>
          </p:nvPr>
        </p:nvSpPr>
        <p:spPr/>
        <p:txBody>
          <a:bodyPr/>
          <a:lstStyle/>
          <a:p>
            <a:fld id="{A51009BD-9AB8-4CBF-917B-4BB6A75D3F8C}" type="datetimeFigureOut">
              <a:rPr lang="en-IN" smtClean="0"/>
              <a:t>25-07-2026</a:t>
            </a:fld>
            <a:endParaRPr lang="en-IN"/>
          </a:p>
        </p:txBody>
      </p:sp>
      <p:sp>
        <p:nvSpPr>
          <p:cNvPr id="6" name="Footer Placeholder 5">
            <a:extLst>
              <a:ext uri="{FF2B5EF4-FFF2-40B4-BE49-F238E27FC236}">
                <a16:creationId xmlns:a16="http://schemas.microsoft.com/office/drawing/2014/main" id="{4439B691-B99E-4414-8FAC-8597171706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30C6EF-AFF1-49D2-961B-AC651AA843DC}"/>
              </a:ext>
            </a:extLst>
          </p:cNvPr>
          <p:cNvSpPr>
            <a:spLocks noGrp="1"/>
          </p:cNvSpPr>
          <p:nvPr>
            <p:ph type="sldNum" sz="quarter" idx="12"/>
          </p:nvPr>
        </p:nvSpPr>
        <p:spPr/>
        <p:txBody>
          <a:bodyPr/>
          <a:lstStyle/>
          <a:p>
            <a:fld id="{BB4E777B-70C0-4496-B058-6495145DF3BA}" type="slidenum">
              <a:rPr lang="en-IN" smtClean="0"/>
              <a:t>‹#›</a:t>
            </a:fld>
            <a:endParaRPr lang="en-IN"/>
          </a:p>
        </p:txBody>
      </p:sp>
    </p:spTree>
    <p:extLst>
      <p:ext uri="{BB962C8B-B14F-4D97-AF65-F5344CB8AC3E}">
        <p14:creationId xmlns:p14="http://schemas.microsoft.com/office/powerpoint/2010/main" val="1054187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40705-3056-470B-BAD0-235AB33E484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88A3EA-E18A-4335-B4CF-92E97DCD8A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1284FE-C6E3-43A5-B384-DD6AF0701C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9EA8269-119D-45E1-8BA0-63FCD1BA55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848F56-648C-4AB4-A7A1-37BD6856A8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0E066F2-008D-4C79-AB3E-EC4C15BC553D}"/>
              </a:ext>
            </a:extLst>
          </p:cNvPr>
          <p:cNvSpPr>
            <a:spLocks noGrp="1"/>
          </p:cNvSpPr>
          <p:nvPr>
            <p:ph type="dt" sz="half" idx="10"/>
          </p:nvPr>
        </p:nvSpPr>
        <p:spPr/>
        <p:txBody>
          <a:bodyPr/>
          <a:lstStyle/>
          <a:p>
            <a:fld id="{A51009BD-9AB8-4CBF-917B-4BB6A75D3F8C}" type="datetimeFigureOut">
              <a:rPr lang="en-IN" smtClean="0"/>
              <a:t>25-07-2026</a:t>
            </a:fld>
            <a:endParaRPr lang="en-IN"/>
          </a:p>
        </p:txBody>
      </p:sp>
      <p:sp>
        <p:nvSpPr>
          <p:cNvPr id="8" name="Footer Placeholder 7">
            <a:extLst>
              <a:ext uri="{FF2B5EF4-FFF2-40B4-BE49-F238E27FC236}">
                <a16:creationId xmlns:a16="http://schemas.microsoft.com/office/drawing/2014/main" id="{6718268F-5928-4B47-B10F-6B2ACE3B619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40067A3-5843-427B-8CC4-0CE3EAA5E98B}"/>
              </a:ext>
            </a:extLst>
          </p:cNvPr>
          <p:cNvSpPr>
            <a:spLocks noGrp="1"/>
          </p:cNvSpPr>
          <p:nvPr>
            <p:ph type="sldNum" sz="quarter" idx="12"/>
          </p:nvPr>
        </p:nvSpPr>
        <p:spPr/>
        <p:txBody>
          <a:bodyPr/>
          <a:lstStyle/>
          <a:p>
            <a:fld id="{BB4E777B-70C0-4496-B058-6495145DF3BA}" type="slidenum">
              <a:rPr lang="en-IN" smtClean="0"/>
              <a:t>‹#›</a:t>
            </a:fld>
            <a:endParaRPr lang="en-IN"/>
          </a:p>
        </p:txBody>
      </p:sp>
    </p:spTree>
    <p:extLst>
      <p:ext uri="{BB962C8B-B14F-4D97-AF65-F5344CB8AC3E}">
        <p14:creationId xmlns:p14="http://schemas.microsoft.com/office/powerpoint/2010/main" val="2146068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9A63E-AB99-41C6-A383-A774474875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6F09B38-543F-4EE0-B8F0-9FFEBC60EFE9}"/>
              </a:ext>
            </a:extLst>
          </p:cNvPr>
          <p:cNvSpPr>
            <a:spLocks noGrp="1"/>
          </p:cNvSpPr>
          <p:nvPr>
            <p:ph type="dt" sz="half" idx="10"/>
          </p:nvPr>
        </p:nvSpPr>
        <p:spPr/>
        <p:txBody>
          <a:bodyPr/>
          <a:lstStyle/>
          <a:p>
            <a:fld id="{A51009BD-9AB8-4CBF-917B-4BB6A75D3F8C}" type="datetimeFigureOut">
              <a:rPr lang="en-IN" smtClean="0"/>
              <a:t>25-07-2026</a:t>
            </a:fld>
            <a:endParaRPr lang="en-IN"/>
          </a:p>
        </p:txBody>
      </p:sp>
      <p:sp>
        <p:nvSpPr>
          <p:cNvPr id="4" name="Footer Placeholder 3">
            <a:extLst>
              <a:ext uri="{FF2B5EF4-FFF2-40B4-BE49-F238E27FC236}">
                <a16:creationId xmlns:a16="http://schemas.microsoft.com/office/drawing/2014/main" id="{5C309EE6-C25F-4184-880C-93300E0199D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17D687A-9B59-40DC-A845-6A2846564D65}"/>
              </a:ext>
            </a:extLst>
          </p:cNvPr>
          <p:cNvSpPr>
            <a:spLocks noGrp="1"/>
          </p:cNvSpPr>
          <p:nvPr>
            <p:ph type="sldNum" sz="quarter" idx="12"/>
          </p:nvPr>
        </p:nvSpPr>
        <p:spPr/>
        <p:txBody>
          <a:bodyPr/>
          <a:lstStyle/>
          <a:p>
            <a:fld id="{BB4E777B-70C0-4496-B058-6495145DF3BA}" type="slidenum">
              <a:rPr lang="en-IN" smtClean="0"/>
              <a:t>‹#›</a:t>
            </a:fld>
            <a:endParaRPr lang="en-IN"/>
          </a:p>
        </p:txBody>
      </p:sp>
    </p:spTree>
    <p:extLst>
      <p:ext uri="{BB962C8B-B14F-4D97-AF65-F5344CB8AC3E}">
        <p14:creationId xmlns:p14="http://schemas.microsoft.com/office/powerpoint/2010/main" val="1429209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274B33-386B-47A2-81D7-4D1F4AE90968}"/>
              </a:ext>
            </a:extLst>
          </p:cNvPr>
          <p:cNvSpPr>
            <a:spLocks noGrp="1"/>
          </p:cNvSpPr>
          <p:nvPr>
            <p:ph type="dt" sz="half" idx="10"/>
          </p:nvPr>
        </p:nvSpPr>
        <p:spPr/>
        <p:txBody>
          <a:bodyPr/>
          <a:lstStyle/>
          <a:p>
            <a:fld id="{A51009BD-9AB8-4CBF-917B-4BB6A75D3F8C}" type="datetimeFigureOut">
              <a:rPr lang="en-IN" smtClean="0"/>
              <a:t>25-07-2026</a:t>
            </a:fld>
            <a:endParaRPr lang="en-IN"/>
          </a:p>
        </p:txBody>
      </p:sp>
      <p:sp>
        <p:nvSpPr>
          <p:cNvPr id="3" name="Footer Placeholder 2">
            <a:extLst>
              <a:ext uri="{FF2B5EF4-FFF2-40B4-BE49-F238E27FC236}">
                <a16:creationId xmlns:a16="http://schemas.microsoft.com/office/drawing/2014/main" id="{71ED7043-1B90-43F4-8D3A-2B0FBA5E9D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AD4B86F-7CFD-441C-B203-62043B6957AD}"/>
              </a:ext>
            </a:extLst>
          </p:cNvPr>
          <p:cNvSpPr>
            <a:spLocks noGrp="1"/>
          </p:cNvSpPr>
          <p:nvPr>
            <p:ph type="sldNum" sz="quarter" idx="12"/>
          </p:nvPr>
        </p:nvSpPr>
        <p:spPr/>
        <p:txBody>
          <a:bodyPr/>
          <a:lstStyle/>
          <a:p>
            <a:fld id="{BB4E777B-70C0-4496-B058-6495145DF3BA}" type="slidenum">
              <a:rPr lang="en-IN" smtClean="0"/>
              <a:t>‹#›</a:t>
            </a:fld>
            <a:endParaRPr lang="en-IN"/>
          </a:p>
        </p:txBody>
      </p:sp>
    </p:spTree>
    <p:extLst>
      <p:ext uri="{BB962C8B-B14F-4D97-AF65-F5344CB8AC3E}">
        <p14:creationId xmlns:p14="http://schemas.microsoft.com/office/powerpoint/2010/main" val="3382649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8074-8FEC-40E1-9498-EAC7BB1490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8A3CED-4AD6-4DAC-B4E9-58421DDAC2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6D4F6A-BC6A-427B-9E52-41FE2512F7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E85919-80D0-4DB3-B957-12558EFD98FE}"/>
              </a:ext>
            </a:extLst>
          </p:cNvPr>
          <p:cNvSpPr>
            <a:spLocks noGrp="1"/>
          </p:cNvSpPr>
          <p:nvPr>
            <p:ph type="dt" sz="half" idx="10"/>
          </p:nvPr>
        </p:nvSpPr>
        <p:spPr/>
        <p:txBody>
          <a:bodyPr/>
          <a:lstStyle/>
          <a:p>
            <a:fld id="{A51009BD-9AB8-4CBF-917B-4BB6A75D3F8C}" type="datetimeFigureOut">
              <a:rPr lang="en-IN" smtClean="0"/>
              <a:t>25-07-2026</a:t>
            </a:fld>
            <a:endParaRPr lang="en-IN"/>
          </a:p>
        </p:txBody>
      </p:sp>
      <p:sp>
        <p:nvSpPr>
          <p:cNvPr id="6" name="Footer Placeholder 5">
            <a:extLst>
              <a:ext uri="{FF2B5EF4-FFF2-40B4-BE49-F238E27FC236}">
                <a16:creationId xmlns:a16="http://schemas.microsoft.com/office/drawing/2014/main" id="{634C8665-5508-4A21-916C-BDB3DD1E95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D5E404-1409-4765-A9A4-319DBD9CE727}"/>
              </a:ext>
            </a:extLst>
          </p:cNvPr>
          <p:cNvSpPr>
            <a:spLocks noGrp="1"/>
          </p:cNvSpPr>
          <p:nvPr>
            <p:ph type="sldNum" sz="quarter" idx="12"/>
          </p:nvPr>
        </p:nvSpPr>
        <p:spPr/>
        <p:txBody>
          <a:bodyPr/>
          <a:lstStyle/>
          <a:p>
            <a:fld id="{BB4E777B-70C0-4496-B058-6495145DF3BA}" type="slidenum">
              <a:rPr lang="en-IN" smtClean="0"/>
              <a:t>‹#›</a:t>
            </a:fld>
            <a:endParaRPr lang="en-IN"/>
          </a:p>
        </p:txBody>
      </p:sp>
    </p:spTree>
    <p:extLst>
      <p:ext uri="{BB962C8B-B14F-4D97-AF65-F5344CB8AC3E}">
        <p14:creationId xmlns:p14="http://schemas.microsoft.com/office/powerpoint/2010/main" val="3270419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16793-E247-46EB-83E9-F40209A1B6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D8DC73-323F-4C1E-B3AB-0657DED05E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13E626-F59A-41AF-9AC1-4B052C7FC4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AEE982-4420-496C-AD1D-579C2922140D}"/>
              </a:ext>
            </a:extLst>
          </p:cNvPr>
          <p:cNvSpPr>
            <a:spLocks noGrp="1"/>
          </p:cNvSpPr>
          <p:nvPr>
            <p:ph type="dt" sz="half" idx="10"/>
          </p:nvPr>
        </p:nvSpPr>
        <p:spPr/>
        <p:txBody>
          <a:bodyPr/>
          <a:lstStyle/>
          <a:p>
            <a:fld id="{A51009BD-9AB8-4CBF-917B-4BB6A75D3F8C}" type="datetimeFigureOut">
              <a:rPr lang="en-IN" smtClean="0"/>
              <a:t>25-07-2026</a:t>
            </a:fld>
            <a:endParaRPr lang="en-IN"/>
          </a:p>
        </p:txBody>
      </p:sp>
      <p:sp>
        <p:nvSpPr>
          <p:cNvPr id="6" name="Footer Placeholder 5">
            <a:extLst>
              <a:ext uri="{FF2B5EF4-FFF2-40B4-BE49-F238E27FC236}">
                <a16:creationId xmlns:a16="http://schemas.microsoft.com/office/drawing/2014/main" id="{C502EB25-8D34-47FE-8E16-6258238387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6DAA90-437D-4DFC-9666-3F67508EC7D8}"/>
              </a:ext>
            </a:extLst>
          </p:cNvPr>
          <p:cNvSpPr>
            <a:spLocks noGrp="1"/>
          </p:cNvSpPr>
          <p:nvPr>
            <p:ph type="sldNum" sz="quarter" idx="12"/>
          </p:nvPr>
        </p:nvSpPr>
        <p:spPr/>
        <p:txBody>
          <a:bodyPr/>
          <a:lstStyle/>
          <a:p>
            <a:fld id="{BB4E777B-70C0-4496-B058-6495145DF3BA}" type="slidenum">
              <a:rPr lang="en-IN" smtClean="0"/>
              <a:t>‹#›</a:t>
            </a:fld>
            <a:endParaRPr lang="en-IN"/>
          </a:p>
        </p:txBody>
      </p:sp>
    </p:spTree>
    <p:extLst>
      <p:ext uri="{BB962C8B-B14F-4D97-AF65-F5344CB8AC3E}">
        <p14:creationId xmlns:p14="http://schemas.microsoft.com/office/powerpoint/2010/main" val="197387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73025-77C6-4066-8D7B-00C882FFFB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EA27D5-1F4F-4F6A-8C86-0BD49E34A1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97942C-EA23-4729-BE34-78C78E127355}"/>
              </a:ext>
            </a:extLst>
          </p:cNvPr>
          <p:cNvSpPr>
            <a:spLocks noGrp="1"/>
          </p:cNvSpPr>
          <p:nvPr>
            <p:ph type="dt" sz="half" idx="10"/>
          </p:nvPr>
        </p:nvSpPr>
        <p:spPr/>
        <p:txBody>
          <a:bodyPr/>
          <a:lstStyle/>
          <a:p>
            <a:fld id="{A51009BD-9AB8-4CBF-917B-4BB6A75D3F8C}" type="datetimeFigureOut">
              <a:rPr lang="en-IN" smtClean="0"/>
              <a:t>25-07-2026</a:t>
            </a:fld>
            <a:endParaRPr lang="en-IN"/>
          </a:p>
        </p:txBody>
      </p:sp>
      <p:sp>
        <p:nvSpPr>
          <p:cNvPr id="5" name="Footer Placeholder 4">
            <a:extLst>
              <a:ext uri="{FF2B5EF4-FFF2-40B4-BE49-F238E27FC236}">
                <a16:creationId xmlns:a16="http://schemas.microsoft.com/office/drawing/2014/main" id="{709853C9-2EE0-4A83-B782-DD3826452D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3FAE02-4D1D-47BD-8B70-22A1774911E8}"/>
              </a:ext>
            </a:extLst>
          </p:cNvPr>
          <p:cNvSpPr>
            <a:spLocks noGrp="1"/>
          </p:cNvSpPr>
          <p:nvPr>
            <p:ph type="sldNum" sz="quarter" idx="12"/>
          </p:nvPr>
        </p:nvSpPr>
        <p:spPr/>
        <p:txBody>
          <a:bodyPr/>
          <a:lstStyle/>
          <a:p>
            <a:fld id="{BB4E777B-70C0-4496-B058-6495145DF3BA}" type="slidenum">
              <a:rPr lang="en-IN" smtClean="0"/>
              <a:t>‹#›</a:t>
            </a:fld>
            <a:endParaRPr lang="en-IN"/>
          </a:p>
        </p:txBody>
      </p:sp>
    </p:spTree>
    <p:extLst>
      <p:ext uri="{BB962C8B-B14F-4D97-AF65-F5344CB8AC3E}">
        <p14:creationId xmlns:p14="http://schemas.microsoft.com/office/powerpoint/2010/main" val="3616618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4C8C9A-6138-4AC9-925B-44F7DA835D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1F61A5-B5F5-44C3-BE4F-4BF5E0B98E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38053D-FF12-40FE-B0FE-C43DD166AEDF}"/>
              </a:ext>
            </a:extLst>
          </p:cNvPr>
          <p:cNvSpPr>
            <a:spLocks noGrp="1"/>
          </p:cNvSpPr>
          <p:nvPr>
            <p:ph type="dt" sz="half" idx="10"/>
          </p:nvPr>
        </p:nvSpPr>
        <p:spPr/>
        <p:txBody>
          <a:bodyPr/>
          <a:lstStyle/>
          <a:p>
            <a:fld id="{A51009BD-9AB8-4CBF-917B-4BB6A75D3F8C}" type="datetimeFigureOut">
              <a:rPr lang="en-IN" smtClean="0"/>
              <a:t>25-07-2026</a:t>
            </a:fld>
            <a:endParaRPr lang="en-IN"/>
          </a:p>
        </p:txBody>
      </p:sp>
      <p:sp>
        <p:nvSpPr>
          <p:cNvPr id="5" name="Footer Placeholder 4">
            <a:extLst>
              <a:ext uri="{FF2B5EF4-FFF2-40B4-BE49-F238E27FC236}">
                <a16:creationId xmlns:a16="http://schemas.microsoft.com/office/drawing/2014/main" id="{50F7583A-01F4-4A93-98B1-33B0577E67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96A1C6-7E91-40B5-AB67-92F0400253F5}"/>
              </a:ext>
            </a:extLst>
          </p:cNvPr>
          <p:cNvSpPr>
            <a:spLocks noGrp="1"/>
          </p:cNvSpPr>
          <p:nvPr>
            <p:ph type="sldNum" sz="quarter" idx="12"/>
          </p:nvPr>
        </p:nvSpPr>
        <p:spPr/>
        <p:txBody>
          <a:bodyPr/>
          <a:lstStyle/>
          <a:p>
            <a:fld id="{BB4E777B-70C0-4496-B058-6495145DF3BA}" type="slidenum">
              <a:rPr lang="en-IN" smtClean="0"/>
              <a:t>‹#›</a:t>
            </a:fld>
            <a:endParaRPr lang="en-IN"/>
          </a:p>
        </p:txBody>
      </p:sp>
    </p:spTree>
    <p:extLst>
      <p:ext uri="{BB962C8B-B14F-4D97-AF65-F5344CB8AC3E}">
        <p14:creationId xmlns:p14="http://schemas.microsoft.com/office/powerpoint/2010/main" val="1367871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BF18B2-B7F3-474A-ACF0-A9A9BB220D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603A08-3F14-41A8-BD11-9F36474012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7F292A-5875-4E78-A8BF-0CAA617CF6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1009BD-9AB8-4CBF-917B-4BB6A75D3F8C}" type="datetimeFigureOut">
              <a:rPr lang="en-IN" smtClean="0"/>
              <a:t>25-07-2026</a:t>
            </a:fld>
            <a:endParaRPr lang="en-IN"/>
          </a:p>
        </p:txBody>
      </p:sp>
      <p:sp>
        <p:nvSpPr>
          <p:cNvPr id="5" name="Footer Placeholder 4">
            <a:extLst>
              <a:ext uri="{FF2B5EF4-FFF2-40B4-BE49-F238E27FC236}">
                <a16:creationId xmlns:a16="http://schemas.microsoft.com/office/drawing/2014/main" id="{23901C79-E429-4D10-BEE9-B90B126A12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5859A9C-6292-43FB-AA5F-AE35AF2FE0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4E777B-70C0-4496-B058-6495145DF3BA}" type="slidenum">
              <a:rPr lang="en-IN" smtClean="0"/>
              <a:t>‹#›</a:t>
            </a:fld>
            <a:endParaRPr lang="en-IN"/>
          </a:p>
        </p:txBody>
      </p:sp>
    </p:spTree>
    <p:extLst>
      <p:ext uri="{BB962C8B-B14F-4D97-AF65-F5344CB8AC3E}">
        <p14:creationId xmlns:p14="http://schemas.microsoft.com/office/powerpoint/2010/main" val="3021485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1531-B19F-4052-B9E6-7DF604D7A898}"/>
              </a:ext>
            </a:extLst>
          </p:cNvPr>
          <p:cNvSpPr>
            <a:spLocks noGrp="1"/>
          </p:cNvSpPr>
          <p:nvPr>
            <p:ph type="ctrTitle"/>
          </p:nvPr>
        </p:nvSpPr>
        <p:spPr>
          <a:xfrm>
            <a:off x="1321377" y="758591"/>
            <a:ext cx="9144000" cy="1655763"/>
          </a:xfrm>
        </p:spPr>
        <p:txBody>
          <a:bodyPr>
            <a:noAutofit/>
          </a:bodyPr>
          <a:lstStyle/>
          <a:p>
            <a:r>
              <a:rPr lang="it-IT" sz="3200" b="1" dirty="0">
                <a:latin typeface="Times" panose="02020603050405020304" pitchFamily="18" charset="0"/>
                <a:cs typeface="Times" panose="02020603050405020304" pitchFamily="18" charset="0"/>
              </a:rPr>
              <a:t>Support Vector Machines (SVMs) for Classification</a:t>
            </a:r>
            <a:endParaRPr lang="en-IN" sz="3200" b="1" dirty="0">
              <a:latin typeface="Times" panose="02020603050405020304" pitchFamily="18" charset="0"/>
              <a:cs typeface="Times" panose="02020603050405020304" pitchFamily="18" charset="0"/>
            </a:endParaRPr>
          </a:p>
        </p:txBody>
      </p:sp>
      <p:sp>
        <p:nvSpPr>
          <p:cNvPr id="3" name="Subtitle 2">
            <a:extLst>
              <a:ext uri="{FF2B5EF4-FFF2-40B4-BE49-F238E27FC236}">
                <a16:creationId xmlns:a16="http://schemas.microsoft.com/office/drawing/2014/main" id="{377C6823-82FB-4603-978C-47351E74FDD4}"/>
              </a:ext>
            </a:extLst>
          </p:cNvPr>
          <p:cNvSpPr>
            <a:spLocks noGrp="1"/>
          </p:cNvSpPr>
          <p:nvPr>
            <p:ph type="subTitle" idx="1"/>
          </p:nvPr>
        </p:nvSpPr>
        <p:spPr>
          <a:xfrm>
            <a:off x="1107142" y="3532809"/>
            <a:ext cx="9144000" cy="408853"/>
          </a:xfrm>
        </p:spPr>
        <p:txBody>
          <a:bodyPr>
            <a:normAutofit lnSpcReduction="10000"/>
          </a:bodyPr>
          <a:lstStyle/>
          <a:p>
            <a:r>
              <a:rPr lang="en-US" b="1" i="0" dirty="0">
                <a:effectLst/>
                <a:latin typeface="Times New Roman" panose="02020603050405020304" pitchFamily="18" charset="0"/>
                <a:cs typeface="Times New Roman" panose="02020603050405020304" pitchFamily="18" charset="0"/>
              </a:rPr>
              <a:t>Department: Artificial Intelligence &amp; </a:t>
            </a:r>
            <a:r>
              <a:rPr lang="en-US" b="1" dirty="0">
                <a:latin typeface="Times New Roman" panose="02020603050405020304" pitchFamily="18" charset="0"/>
                <a:cs typeface="Times New Roman" panose="02020603050405020304" pitchFamily="18" charset="0"/>
              </a:rPr>
              <a:t>Data Science</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B3647DA-677D-45F0-9BFA-4DB770D88EBC}"/>
              </a:ext>
            </a:extLst>
          </p:cNvPr>
          <p:cNvSpPr txBox="1"/>
          <p:nvPr/>
        </p:nvSpPr>
        <p:spPr>
          <a:xfrm>
            <a:off x="741218" y="4175920"/>
            <a:ext cx="4274535" cy="107722"/>
          </a:xfrm>
          <a:prstGeom prst="rect">
            <a:avLst/>
          </a:prstGeom>
          <a:noFill/>
        </p:spPr>
        <p:txBody>
          <a:bodyPr wrap="square" rtlCol="0">
            <a:spAutoFit/>
          </a:bodyPr>
          <a:lstStyle/>
          <a:p>
            <a:r>
              <a:rPr lang="en-IN" sz="1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1861D07B-7C4D-4CCA-831D-7A0F3F380592}"/>
              </a:ext>
            </a:extLst>
          </p:cNvPr>
          <p:cNvSpPr txBox="1"/>
          <p:nvPr/>
        </p:nvSpPr>
        <p:spPr>
          <a:xfrm>
            <a:off x="7738578" y="4459952"/>
            <a:ext cx="3823854" cy="646331"/>
          </a:xfrm>
          <a:prstGeom prst="rect">
            <a:avLst/>
          </a:prstGeom>
          <a:noFill/>
        </p:spPr>
        <p:txBody>
          <a:bodyPr wrap="square" rtlCol="0">
            <a:spAutoFit/>
          </a:bodyPr>
          <a:lstStyle/>
          <a:p>
            <a:r>
              <a:rPr lang="en-IN" b="1" i="0" dirty="0">
                <a:effectLst/>
                <a:latin typeface="Times New Roman" panose="02020603050405020304" pitchFamily="18" charset="0"/>
                <a:cs typeface="Times New Roman" panose="02020603050405020304" pitchFamily="18" charset="0"/>
              </a:rPr>
              <a:t>Student Name:</a:t>
            </a:r>
          </a:p>
          <a:p>
            <a:r>
              <a:rPr lang="en-IN" b="1" dirty="0">
                <a:latin typeface="Times New Roman" panose="02020603050405020304" pitchFamily="18" charset="0"/>
                <a:cs typeface="Times New Roman" panose="02020603050405020304" pitchFamily="18" charset="0"/>
              </a:rPr>
              <a:t>T. Nithin </a:t>
            </a:r>
            <a:r>
              <a:rPr lang="en-IN" b="1" dirty="0" err="1">
                <a:latin typeface="Times New Roman" panose="02020603050405020304" pitchFamily="18" charset="0"/>
                <a:cs typeface="Times New Roman" panose="02020603050405020304" pitchFamily="18" charset="0"/>
              </a:rPr>
              <a:t>Kumar</a:t>
            </a:r>
            <a:endParaRPr lang="en-IN" b="1" i="0" dirty="0">
              <a:effectLst/>
              <a:latin typeface="Times New Roman" panose="02020603050405020304" pitchFamily="18" charset="0"/>
              <a:cs typeface="Times New Roman" panose="02020603050405020304" pitchFamily="18" charset="0"/>
            </a:endParaRPr>
          </a:p>
        </p:txBody>
      </p:sp>
      <p:pic>
        <p:nvPicPr>
          <p:cNvPr id="6" name="object 4">
            <a:extLst>
              <a:ext uri="{FF2B5EF4-FFF2-40B4-BE49-F238E27FC236}">
                <a16:creationId xmlns:a16="http://schemas.microsoft.com/office/drawing/2014/main" id="{591A30CE-81C2-5C19-869A-4349CDF32905}"/>
              </a:ext>
            </a:extLst>
          </p:cNvPr>
          <p:cNvPicPr/>
          <p:nvPr/>
        </p:nvPicPr>
        <p:blipFill>
          <a:blip r:embed="rId2" cstate="print"/>
          <a:stretch>
            <a:fillRect/>
          </a:stretch>
        </p:blipFill>
        <p:spPr>
          <a:xfrm>
            <a:off x="357352" y="191643"/>
            <a:ext cx="1103579" cy="1342897"/>
          </a:xfrm>
          <a:prstGeom prst="rect">
            <a:avLst/>
          </a:prstGeom>
        </p:spPr>
      </p:pic>
      <p:pic>
        <p:nvPicPr>
          <p:cNvPr id="7" name="object 5">
            <a:extLst>
              <a:ext uri="{FF2B5EF4-FFF2-40B4-BE49-F238E27FC236}">
                <a16:creationId xmlns:a16="http://schemas.microsoft.com/office/drawing/2014/main" id="{BA9CC1D4-C377-D3F8-6386-FEC7D19D4D83}"/>
              </a:ext>
            </a:extLst>
          </p:cNvPr>
          <p:cNvPicPr/>
          <p:nvPr/>
        </p:nvPicPr>
        <p:blipFill>
          <a:blip r:embed="rId3" cstate="print"/>
          <a:stretch>
            <a:fillRect/>
          </a:stretch>
        </p:blipFill>
        <p:spPr>
          <a:xfrm>
            <a:off x="10514203" y="191643"/>
            <a:ext cx="1520062" cy="1342897"/>
          </a:xfrm>
          <a:prstGeom prst="rect">
            <a:avLst/>
          </a:prstGeom>
        </p:spPr>
      </p:pic>
      <p:graphicFrame>
        <p:nvGraphicFramePr>
          <p:cNvPr id="11" name="Table 10">
            <a:extLst>
              <a:ext uri="{FF2B5EF4-FFF2-40B4-BE49-F238E27FC236}">
                <a16:creationId xmlns:a16="http://schemas.microsoft.com/office/drawing/2014/main" id="{6AA1B08E-2FD4-332E-9477-F812AB6834E6}"/>
              </a:ext>
            </a:extLst>
          </p:cNvPr>
          <p:cNvGraphicFramePr>
            <a:graphicFrameLocks noGrp="1"/>
          </p:cNvGraphicFramePr>
          <p:nvPr>
            <p:extLst>
              <p:ext uri="{D42A27DB-BD31-4B8C-83A1-F6EECF244321}">
                <p14:modId xmlns:p14="http://schemas.microsoft.com/office/powerpoint/2010/main" val="1040485343"/>
              </p:ext>
            </p:extLst>
          </p:nvPr>
        </p:nvGraphicFramePr>
        <p:xfrm>
          <a:off x="1321377" y="2780391"/>
          <a:ext cx="10039350" cy="518160"/>
        </p:xfrm>
        <a:graphic>
          <a:graphicData uri="http://schemas.openxmlformats.org/drawingml/2006/table">
            <a:tbl>
              <a:tblPr/>
              <a:tblGrid>
                <a:gridCol w="10039350">
                  <a:extLst>
                    <a:ext uri="{9D8B030D-6E8A-4147-A177-3AD203B41FA5}">
                      <a16:colId xmlns:a16="http://schemas.microsoft.com/office/drawing/2014/main" val="2364117388"/>
                    </a:ext>
                  </a:extLst>
                </a:gridCol>
              </a:tblGrid>
              <a:tr h="0">
                <a:tc>
                  <a:txBody>
                    <a:bodyPr/>
                    <a:lstStyle/>
                    <a:p>
                      <a:pPr algn="ctr" fontAlgn="t">
                        <a:buNone/>
                      </a:pPr>
                      <a:r>
                        <a:rPr lang="en-IN" sz="2400" b="1" dirty="0">
                          <a:effectLst/>
                          <a:latin typeface=" times of roman"/>
                          <a:cs typeface="Times" panose="02020603050405020304" pitchFamily="18" charset="0"/>
                        </a:rPr>
                        <a:t>ITA0603– MACHINE LEARNING</a:t>
                      </a:r>
                    </a:p>
                  </a:txBody>
                  <a:tcPr marL="76200" marR="76200" marT="76200" marB="76200">
                    <a:lnL w="12700" cap="flat" cmpd="sng" algn="ctr">
                      <a:solidFill>
                        <a:srgbClr val="603F80"/>
                      </a:solidFill>
                      <a:prstDash val="solid"/>
                      <a:round/>
                      <a:headEnd type="none" w="med" len="med"/>
                      <a:tailEnd type="none" w="med" len="med"/>
                    </a:lnL>
                    <a:lnR w="9525" cap="flat" cmpd="sng" algn="ctr">
                      <a:solidFill>
                        <a:srgbClr val="603F80"/>
                      </a:solidFill>
                      <a:prstDash val="solid"/>
                      <a:round/>
                      <a:headEnd type="none" w="med" len="med"/>
                      <a:tailEnd type="none" w="med" len="med"/>
                    </a:lnR>
                    <a:lnT w="9525" cap="flat" cmpd="sng" algn="ctr">
                      <a:solidFill>
                        <a:srgbClr val="603F80"/>
                      </a:solidFill>
                      <a:prstDash val="solid"/>
                      <a:round/>
                      <a:headEnd type="none" w="med" len="med"/>
                      <a:tailEnd type="none" w="med" len="med"/>
                    </a:lnT>
                    <a:lnB>
                      <a:noFill/>
                    </a:lnB>
                    <a:solidFill>
                      <a:srgbClr val="F5F5F5"/>
                    </a:solidFill>
                  </a:tcPr>
                </a:tc>
                <a:extLst>
                  <a:ext uri="{0D108BD9-81ED-4DB2-BD59-A6C34878D82A}">
                    <a16:rowId xmlns:a16="http://schemas.microsoft.com/office/drawing/2014/main" val="3640063380"/>
                  </a:ext>
                </a:extLst>
              </a:tr>
            </a:tbl>
          </a:graphicData>
        </a:graphic>
      </p:graphicFrame>
    </p:spTree>
    <p:extLst>
      <p:ext uri="{BB962C8B-B14F-4D97-AF65-F5344CB8AC3E}">
        <p14:creationId xmlns:p14="http://schemas.microsoft.com/office/powerpoint/2010/main" val="3620137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3000" b="1" i="0" dirty="0">
                <a:effectLst/>
                <a:latin typeface="Times New Roman" panose="02020603050405020304" pitchFamily="18" charset="0"/>
                <a:cs typeface="Times New Roman" panose="02020603050405020304" pitchFamily="18" charset="0"/>
              </a:rPr>
              <a:t>Introduction</a:t>
            </a:r>
          </a:p>
        </p:txBody>
      </p:sp>
      <p:pic>
        <p:nvPicPr>
          <p:cNvPr id="4" name="object 4"/>
          <p:cNvPicPr/>
          <p:nvPr/>
        </p:nvPicPr>
        <p:blipFill>
          <a:blip r:embed="rId2" cstate="print"/>
          <a:stretch>
            <a:fillRect/>
          </a:stretch>
        </p:blipFill>
        <p:spPr>
          <a:xfrm>
            <a:off x="357352" y="191643"/>
            <a:ext cx="1103579" cy="1342897"/>
          </a:xfrm>
          <a:prstGeom prst="rect">
            <a:avLst/>
          </a:prstGeom>
        </p:spPr>
      </p:pic>
      <p:pic>
        <p:nvPicPr>
          <p:cNvPr id="5" name="object 5"/>
          <p:cNvPicPr/>
          <p:nvPr/>
        </p:nvPicPr>
        <p:blipFill>
          <a:blip r:embed="rId3" cstate="print"/>
          <a:stretch>
            <a:fillRect/>
          </a:stretch>
        </p:blipFill>
        <p:spPr>
          <a:xfrm>
            <a:off x="10514203" y="191643"/>
            <a:ext cx="1520062" cy="1342897"/>
          </a:xfrm>
          <a:prstGeom prst="rect">
            <a:avLst/>
          </a:prstGeom>
        </p:spPr>
      </p:pic>
      <p:sp>
        <p:nvSpPr>
          <p:cNvPr id="6" name="Rectangle 1"/>
          <p:cNvSpPr>
            <a:spLocks noGrp="1" noChangeArrowheads="1"/>
          </p:cNvSpPr>
          <p:nvPr>
            <p:ph idx="1"/>
          </p:nvPr>
        </p:nvSpPr>
        <p:spPr bwMode="auto">
          <a:xfrm>
            <a:off x="1169042" y="1767729"/>
            <a:ext cx="9853916" cy="4600000"/>
          </a:xfrm>
          <a:prstGeom prst="rect">
            <a:avLst/>
          </a:prstGeom>
          <a:noFill/>
          <a:ln>
            <a:noFill/>
          </a:ln>
          <a:effectLst/>
        </p:spPr>
        <p:txBody>
          <a:bodyPr vert="horz" wrap="square" lIns="91440" tIns="45720" rIns="91440" bIns="45720" numCol="1" anchor="t" anchorCtr="0" compatLnSpc="1">
            <a:normAutofit/>
          </a:bodyPr>
          <a:lstStyle/>
          <a:p>
            <a:pPr marR="0" lvl="0" algn="l" defTabSz="914400" rtl="0" eaLnBrk="0" fontAlgn="base" latinLnBrk="0" hangingPunct="0">
              <a:lnSpc>
                <a:spcPct val="130000"/>
              </a:lnSpc>
              <a:spcBef>
                <a:spcPct val="10000"/>
              </a:spcBef>
              <a:spcAft>
                <a:spcPct val="10000"/>
              </a:spcAft>
              <a:buNone/>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is a Support Vector Machine (SVM)?</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9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SVM is a supervised machine learning algorithm that finds the best boundary, called a hyperplane, to separate data points into different classes. It is widely used for both binary and multiclass classification.</a:t>
            </a:r>
          </a:p>
          <a:p>
            <a:pPr marR="0" lvl="0" algn="l" defTabSz="914400" rtl="0" eaLnBrk="0" fontAlgn="base" latinLnBrk="0" hangingPunct="0">
              <a:lnSpc>
                <a:spcPct val="130000"/>
              </a:lnSpc>
              <a:spcBef>
                <a:spcPct val="10000"/>
              </a:spcBef>
              <a:spcAft>
                <a:spcPct val="10000"/>
              </a:spcAft>
              <a:buNone/>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is Classification?</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9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Classification is a machine learning task where a model learns to assign input data into predefined categories, such as Spam or Not Spam, based on patterns in the data.</a:t>
            </a:r>
          </a:p>
          <a:p>
            <a:pPr marR="0" lvl="0" algn="l" defTabSz="914400" rtl="0" eaLnBrk="0" fontAlgn="base" latinLnBrk="0" hangingPunct="0">
              <a:lnSpc>
                <a:spcPct val="130000"/>
              </a:lnSpc>
              <a:spcBef>
                <a:spcPct val="10000"/>
              </a:spcBef>
              <a:spcAft>
                <a:spcPct val="10000"/>
              </a:spcAft>
              <a:buNone/>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is SVM Used?</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9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SVM gives high accuracy, works well with high-dimensional data, and performs strongly even on small datasets — making it popular for text and NLP classification tasks.</a:t>
            </a:r>
          </a:p>
        </p:txBody>
      </p:sp>
    </p:spTree>
    <p:extLst>
      <p:ext uri="{BB962C8B-B14F-4D97-AF65-F5344CB8AC3E}">
        <p14:creationId xmlns:p14="http://schemas.microsoft.com/office/powerpoint/2010/main" val="280410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3000" b="1" i="0" dirty="0">
                <a:effectLst/>
                <a:latin typeface="Times New Roman" panose="02020603050405020304" pitchFamily="18" charset="0"/>
                <a:cs typeface="Times New Roman" panose="02020603050405020304" pitchFamily="18" charset="0"/>
              </a:rPr>
              <a:t>Working Principle of SVM</a:t>
            </a:r>
          </a:p>
        </p:txBody>
      </p:sp>
      <p:pic>
        <p:nvPicPr>
          <p:cNvPr id="4" name="object 4"/>
          <p:cNvPicPr/>
          <p:nvPr/>
        </p:nvPicPr>
        <p:blipFill>
          <a:blip r:embed="rId2" cstate="print"/>
          <a:stretch>
            <a:fillRect/>
          </a:stretch>
        </p:blipFill>
        <p:spPr>
          <a:xfrm>
            <a:off x="357352" y="191643"/>
            <a:ext cx="1103579" cy="1342897"/>
          </a:xfrm>
          <a:prstGeom prst="rect">
            <a:avLst/>
          </a:prstGeom>
        </p:spPr>
      </p:pic>
      <p:pic>
        <p:nvPicPr>
          <p:cNvPr id="5" name="object 5"/>
          <p:cNvPicPr/>
          <p:nvPr/>
        </p:nvPicPr>
        <p:blipFill>
          <a:blip r:embed="rId3" cstate="print"/>
          <a:stretch>
            <a:fillRect/>
          </a:stretch>
        </p:blipFill>
        <p:spPr>
          <a:xfrm>
            <a:off x="10514203" y="191643"/>
            <a:ext cx="1520062" cy="1342897"/>
          </a:xfrm>
          <a:prstGeom prst="rect">
            <a:avLst/>
          </a:prstGeom>
        </p:spPr>
      </p:pic>
      <p:sp>
        <p:nvSpPr>
          <p:cNvPr id="6" name="Rectangle 1"/>
          <p:cNvSpPr>
            <a:spLocks noGrp="1" noChangeArrowheads="1"/>
          </p:cNvSpPr>
          <p:nvPr>
            <p:ph idx="1"/>
          </p:nvPr>
        </p:nvSpPr>
        <p:spPr bwMode="auto">
          <a:xfrm>
            <a:off x="1169042" y="1767729"/>
            <a:ext cx="9853916" cy="4600000"/>
          </a:xfrm>
          <a:prstGeom prst="rect">
            <a:avLst/>
          </a:prstGeom>
          <a:noFill/>
          <a:ln>
            <a:noFill/>
          </a:ln>
          <a:effectLst/>
        </p:spPr>
        <p:txBody>
          <a:bodyPr vert="horz" wrap="square" lIns="91440" tIns="45720" rIns="91440" bIns="45720" numCol="1" anchor="t" anchorCtr="0" compatLnSpc="1">
            <a:normAutofit/>
          </a:bodyPr>
          <a:lstStyle/>
          <a:p>
            <a:pPr marR="0" lvl="0" algn="l" defTabSz="914400" rtl="0" eaLnBrk="0" fontAlgn="base" latinLnBrk="0" hangingPunct="0">
              <a:lnSpc>
                <a:spcPct val="130000"/>
              </a:lnSpc>
              <a:spcBef>
                <a:spcPct val="10000"/>
              </a:spcBef>
              <a:spcAft>
                <a:spcPct val="10000"/>
              </a:spcAft>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is a Hyperplane?</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A hyperplane is the decision boundary that separates data points of different classes. SVM searches for the optimal hyperplane that divides the two classes as clearly as possible.</a:t>
            </a:r>
          </a:p>
          <a:p>
            <a:pPr marR="0" lvl="0" algn="l" defTabSz="914400" rtl="0" eaLnBrk="0" fontAlgn="base" latinLnBrk="0" hangingPunct="0">
              <a:lnSpc>
                <a:spcPct val="130000"/>
              </a:lnSpc>
              <a:spcBef>
                <a:spcPct val="10000"/>
              </a:spcBef>
              <a:spcAft>
                <a:spcPct val="10000"/>
              </a:spcAft>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Margin Maximization &amp; Support Vectors</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The margin is the distance between the hyperplane and the closest data points. Support vectors are those closest points that "support" and define the hyperplane's position. SVM chooses the hyperplane that maximizes this margin.</a:t>
            </a:r>
          </a:p>
          <a:p>
            <a:pPr marR="0" lvl="0" algn="l" defTabSz="914400" rtl="0" eaLnBrk="0" fontAlgn="base" latinLnBrk="0" hangingPunct="0">
              <a:lnSpc>
                <a:spcPct val="130000"/>
              </a:lnSpc>
              <a:spcBef>
                <a:spcPct val="10000"/>
              </a:spcBef>
              <a:spcAft>
                <a:spcPct val="10000"/>
              </a:spcAft>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Spam vs Not Spam</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Email Features  →  SVM Classifier  →  Optimal Hyperplane  →  Spam / Not Spam. The SVM learns from labeled emails and draws a boundary that separates spam from genuine mail.</a:t>
            </a:r>
          </a:p>
          <a:p>
            <a:pPr marR="0" lvl="0" algn="l" defTabSz="914400" rtl="0" eaLnBrk="0" fontAlgn="base" latinLnBrk="0" hangingPunct="0">
              <a:lnSpc>
                <a:spcPct val="130000"/>
              </a:lnSpc>
              <a:spcBef>
                <a:spcPct val="10000"/>
              </a:spcBef>
              <a:spcAft>
                <a:spcPct val="10000"/>
              </a:spcAft>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 of Maximum Margin</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A larger margin reduces classification errors and helps the model generalize better to new, unseen data.</a:t>
            </a:r>
          </a:p>
        </p:txBody>
      </p:sp>
    </p:spTree>
    <p:extLst>
      <p:ext uri="{BB962C8B-B14F-4D97-AF65-F5344CB8AC3E}">
        <p14:creationId xmlns:p14="http://schemas.microsoft.com/office/powerpoint/2010/main" val="280410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3000" b="1" i="0" dirty="0">
                <a:effectLst/>
                <a:latin typeface="Times New Roman" panose="02020603050405020304" pitchFamily="18" charset="0"/>
                <a:cs typeface="Times New Roman" panose="02020603050405020304" pitchFamily="18" charset="0"/>
              </a:rPr>
              <a:t>Python Implementation and Output</a:t>
            </a:r>
          </a:p>
        </p:txBody>
      </p:sp>
      <p:pic>
        <p:nvPicPr>
          <p:cNvPr id="4" name="object 4"/>
          <p:cNvPicPr/>
          <p:nvPr/>
        </p:nvPicPr>
        <p:blipFill>
          <a:blip r:embed="rId2" cstate="print"/>
          <a:stretch>
            <a:fillRect/>
          </a:stretch>
        </p:blipFill>
        <p:spPr>
          <a:xfrm>
            <a:off x="357352" y="191643"/>
            <a:ext cx="1103579" cy="1342897"/>
          </a:xfrm>
          <a:prstGeom prst="rect">
            <a:avLst/>
          </a:prstGeom>
        </p:spPr>
      </p:pic>
      <p:pic>
        <p:nvPicPr>
          <p:cNvPr id="5" name="object 5"/>
          <p:cNvPicPr/>
          <p:nvPr/>
        </p:nvPicPr>
        <p:blipFill>
          <a:blip r:embed="rId3" cstate="print"/>
          <a:stretch>
            <a:fillRect/>
          </a:stretch>
        </p:blipFill>
        <p:spPr>
          <a:xfrm>
            <a:off x="10514203" y="191643"/>
            <a:ext cx="1520062" cy="1342897"/>
          </a:xfrm>
          <a:prstGeom prst="rect">
            <a:avLst/>
          </a:prstGeom>
        </p:spPr>
      </p:pic>
      <p:sp>
        <p:nvSpPr>
          <p:cNvPr id="6" name="Rectangle 1"/>
          <p:cNvSpPr>
            <a:spLocks noGrp="1" noChangeArrowheads="1"/>
          </p:cNvSpPr>
          <p:nvPr>
            <p:ph idx="1"/>
          </p:nvPr>
        </p:nvSpPr>
        <p:spPr bwMode="auto">
          <a:xfrm>
            <a:off x="1169042" y="1767729"/>
            <a:ext cx="9853916" cy="4600000"/>
          </a:xfrm>
          <a:prstGeom prst="rect">
            <a:avLst/>
          </a:prstGeom>
          <a:noFill/>
          <a:ln>
            <a:noFill/>
          </a:ln>
          <a:effectLst/>
        </p:spPr>
        <p:txBody>
          <a:bodyPr vert="horz" wrap="square" lIns="91440" tIns="45720" rIns="91440" bIns="45720" numCol="1" anchor="t" anchorCtr="0" compatLnSpc="1">
            <a:normAutofit/>
          </a:bodyPr>
          <a:lstStyle/>
          <a:p>
            <a:pPr marR="0" lvl="0" algn="l" defTabSz="914400" rtl="0" eaLnBrk="0" fontAlgn="base" latinLnBrk="0" hangingPunct="0">
              <a:lnSpc>
                <a:spcPct val="130000"/>
              </a:lnSpc>
              <a:spcBef>
                <a:spcPct val="10000"/>
              </a:spcBef>
              <a:spcAft>
                <a:spcPct val="10000"/>
              </a:spcAft>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SVM Classifier using scikit-learn (Python)</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from sklearn import datasets</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from sklearn.model_selection import train_test_split</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from sklearn.svm import SVC</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from sklearn.metrics import accuracy_score</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iris = datasets.load_iris(); X, y = iris.data, iris.target</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X_train, X_test, y_train, y_test = train_test_split(X, y, test_size=0.2)</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model = SVC(kernel='linear')</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model.fit(X_train, y_train)</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y_pred = model.predict(X_test)</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acc = accuracy_score(y_test, y_pred)</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print("Prediction:", iris.target_names[y_pred[0]])</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print("Accuracy:", round(acc * 100, 2), "%")</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 Linear kernel draws a straight decision boundary</a:t>
            </a:r>
          </a:p>
          <a:p>
            <a:pPr marR="0" lvl="0" algn="l" defTabSz="914400" rtl="0" eaLnBrk="0" fontAlgn="base" latinLnBrk="0" hangingPunct="0">
              <a:lnSpc>
                <a:spcPct val="110000"/>
              </a:lnSpc>
              <a:spcBef>
                <a:spcPct val="0"/>
              </a:spcBef>
              <a:spcAft>
                <a:spcPct val="0"/>
              </a:spcAft>
              <a:buNone/>
              <a:tabLst/>
            </a:pPr>
            <a:r>
              <a:rPr kumimoji="0" lang="en-US" altLang="en-US" sz="1300" b="0" i="0" u="none" strike="noStrike" cap="none" normalizeH="0" baseline="0" dirty="0">
                <a:ln>
                  <a:noFill/>
                </a:ln>
                <a:solidFill>
                  <a:schemeClr val="tx1"/>
                </a:solidFill>
                <a:effectLst/>
                <a:latin typeface="Courier New" pitchFamily="49" charset="0"/>
                <a:cs typeface="Courier New" pitchFamily="49" charset="0"/>
              </a:rPr>
              <a:t># between the three Iris flower species</a:t>
            </a:r>
          </a:p>
          <a:p>
            <a:pPr marR="0" lvl="0" algn="l" defTabSz="914400" rtl="0" eaLnBrk="0" fontAlgn="base" latinLnBrk="0" hangingPunct="0">
              <a:lnSpc>
                <a:spcPct val="130000"/>
              </a:lnSpc>
              <a:spcBef>
                <a:spcPct val="10000"/>
              </a:spcBef>
              <a:spcAft>
                <a:spcPct val="10000"/>
              </a:spcAft>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Outputs</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5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Prediction: Iris-setosa        Model: Support Vector Classifier</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5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Accuracy: 96.67%        Kernel Used: Linear</a:t>
            </a:r>
          </a:p>
        </p:txBody>
      </p:sp>
    </p:spTree>
    <p:extLst>
      <p:ext uri="{BB962C8B-B14F-4D97-AF65-F5344CB8AC3E}">
        <p14:creationId xmlns:p14="http://schemas.microsoft.com/office/powerpoint/2010/main" val="280410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3000" b="1" i="0" dirty="0">
                <a:effectLst/>
                <a:latin typeface="Times New Roman" panose="02020603050405020304" pitchFamily="18" charset="0"/>
                <a:cs typeface="Times New Roman" panose="02020603050405020304" pitchFamily="18" charset="0"/>
              </a:rPr>
              <a:t>Kernels, Applications, Advantages &amp; Conclusion</a:t>
            </a:r>
          </a:p>
        </p:txBody>
      </p:sp>
      <p:pic>
        <p:nvPicPr>
          <p:cNvPr id="4" name="object 4"/>
          <p:cNvPicPr/>
          <p:nvPr/>
        </p:nvPicPr>
        <p:blipFill>
          <a:blip r:embed="rId2" cstate="print"/>
          <a:stretch>
            <a:fillRect/>
          </a:stretch>
        </p:blipFill>
        <p:spPr>
          <a:xfrm>
            <a:off x="357352" y="191643"/>
            <a:ext cx="1103579" cy="1342897"/>
          </a:xfrm>
          <a:prstGeom prst="rect">
            <a:avLst/>
          </a:prstGeom>
        </p:spPr>
      </p:pic>
      <p:pic>
        <p:nvPicPr>
          <p:cNvPr id="5" name="object 5"/>
          <p:cNvPicPr/>
          <p:nvPr/>
        </p:nvPicPr>
        <p:blipFill>
          <a:blip r:embed="rId3" cstate="print"/>
          <a:stretch>
            <a:fillRect/>
          </a:stretch>
        </p:blipFill>
        <p:spPr>
          <a:xfrm>
            <a:off x="10514203" y="191643"/>
            <a:ext cx="1520062" cy="1342897"/>
          </a:xfrm>
          <a:prstGeom prst="rect">
            <a:avLst/>
          </a:prstGeom>
        </p:spPr>
      </p:pic>
      <p:sp>
        <p:nvSpPr>
          <p:cNvPr id="6" name="Rectangle 1"/>
          <p:cNvSpPr>
            <a:spLocks noGrp="1" noChangeArrowheads="1"/>
          </p:cNvSpPr>
          <p:nvPr>
            <p:ph idx="1"/>
          </p:nvPr>
        </p:nvSpPr>
        <p:spPr bwMode="auto">
          <a:xfrm>
            <a:off x="1169042" y="1767729"/>
            <a:ext cx="9853916" cy="4600000"/>
          </a:xfrm>
          <a:prstGeom prst="rect">
            <a:avLst/>
          </a:prstGeom>
          <a:noFill/>
          <a:ln>
            <a:noFill/>
          </a:ln>
          <a:effectLst/>
        </p:spPr>
        <p:txBody>
          <a:bodyPr vert="horz" wrap="square" lIns="91440" tIns="45720" rIns="91440" bIns="45720" numCol="1" anchor="t" anchorCtr="0" compatLnSpc="1">
            <a:normAutofit/>
          </a:bodyPr>
          <a:lstStyle/>
          <a:p>
            <a:pPr marR="0" lvl="0" algn="l" defTabSz="914400" rtl="0" eaLnBrk="0" fontAlgn="base" latinLnBrk="0" hangingPunct="0">
              <a:lnSpc>
                <a:spcPct val="130000"/>
              </a:lnSpc>
              <a:spcBef>
                <a:spcPct val="10000"/>
              </a:spcBef>
              <a:spcAft>
                <a:spcPct val="10000"/>
              </a:spcAft>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Kernel Functions</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5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SVM uses kernel functions — Linear, Polynomial, RBF (Gaussian), and Sigmoid — to transform data into a higher-dimensional space, letting it classify non-linear data that a straight line cannot separate.</a:t>
            </a:r>
          </a:p>
          <a:p>
            <a:pPr marR="0" lvl="0" algn="l" defTabSz="914400" rtl="0" eaLnBrk="0" fontAlgn="base" latinLnBrk="0" hangingPunct="0">
              <a:lnSpc>
                <a:spcPct val="130000"/>
              </a:lnSpc>
              <a:spcBef>
                <a:spcPct val="10000"/>
              </a:spcBef>
              <a:spcAft>
                <a:spcPct val="10000"/>
              </a:spcAft>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Applications</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5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Email spam detection, face recognition, medical diagnosis, fraud detection, text classification, and sentiment analysis.</a:t>
            </a:r>
          </a:p>
          <a:p>
            <a:pPr marR="0" lvl="0" algn="l" defTabSz="914400" rtl="0" eaLnBrk="0" fontAlgn="base" latinLnBrk="0" hangingPunct="0">
              <a:lnSpc>
                <a:spcPct val="130000"/>
              </a:lnSpc>
              <a:spcBef>
                <a:spcPct val="10000"/>
              </a:spcBef>
              <a:spcAft>
                <a:spcPct val="10000"/>
              </a:spcAft>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5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High accuracy, works well with high-dimensional data, effective for small datasets, and robust against overfitting.</a:t>
            </a:r>
          </a:p>
          <a:p>
            <a:pPr marR="0" lvl="0" algn="l" defTabSz="914400" rtl="0" eaLnBrk="0" fontAlgn="base" latinLnBrk="0" hangingPunct="0">
              <a:lnSpc>
                <a:spcPct val="130000"/>
              </a:lnSpc>
              <a:spcBef>
                <a:spcPct val="10000"/>
              </a:spcBef>
              <a:spcAft>
                <a:spcPct val="10000"/>
              </a:spcAft>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p>
          <a:p>
            <a:pPr marR="0" lvl="0" algn="just" defTabSz="914400" rtl="0" eaLnBrk="0" fontAlgn="base" latinLnBrk="0" hangingPunct="0">
              <a:lnSpc>
                <a:spcPct val="130000"/>
              </a:lnSpc>
              <a:spcBef>
                <a:spcPct val="0"/>
              </a:spcBef>
              <a:spcAft>
                <a:spcPct val="20000"/>
              </a:spcAft>
              <a:buClrTx/>
              <a:buSzTx/>
              <a:buFont typeface="Wingdings" panose="05000000000000000000" pitchFamily="2" charset="2"/>
              <a:buChar char="Ø"/>
              <a:tabLst/>
            </a:pPr>
            <a:r>
              <a:rPr kumimoji="0" lang="en-US" altLang="en-US" sz="15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SVM finds the optimal separating hyperplane, maximizes the margin, and relies on support vectors to define class boundaries. With kernel functions, it can classify both linear and non-linear data effectively, making it a powerful tool for classification tasks.</a:t>
            </a:r>
          </a:p>
        </p:txBody>
      </p:sp>
    </p:spTree>
    <p:extLst>
      <p:ext uri="{BB962C8B-B14F-4D97-AF65-F5344CB8AC3E}">
        <p14:creationId xmlns:p14="http://schemas.microsoft.com/office/powerpoint/2010/main" val="280410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TotalTime>
  <Words>616</Words>
  <Application>Microsoft Office PowerPoint</Application>
  <PresentationFormat>Widescreen</PresentationFormat>
  <Paragraphs>50</Paragraphs>
  <Slides>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 times of roman</vt:lpstr>
      <vt:lpstr>Arial</vt:lpstr>
      <vt:lpstr>Calibri</vt:lpstr>
      <vt:lpstr>Calibri Light</vt:lpstr>
      <vt:lpstr>Courier New</vt:lpstr>
      <vt:lpstr>Times</vt:lpstr>
      <vt:lpstr>Times New Roman</vt:lpstr>
      <vt:lpstr>Wingdings</vt:lpstr>
      <vt:lpstr>Office Theme</vt:lpstr>
      <vt:lpstr>Support Vector Machines (SVMs) for Classification</vt:lpstr>
      <vt:lpstr>Introduction</vt:lpstr>
      <vt:lpstr>Working Principle of SVM</vt:lpstr>
      <vt:lpstr>Python Implementation and Output</vt:lpstr>
      <vt:lpstr>Kernels, Applications, Advantages &amp;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POGALA CHANDU</dc:creator>
  <cp:lastModifiedBy>Nithin kumar</cp:lastModifiedBy>
  <cp:revision>37</cp:revision>
  <dcterms:created xsi:type="dcterms:W3CDTF">2026-01-20T02:41:58Z</dcterms:created>
  <dcterms:modified xsi:type="dcterms:W3CDTF">2026-07-25T02:51:56Z</dcterms:modified>
</cp:coreProperties>
</file>